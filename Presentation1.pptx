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7430-A9DF-B406-0A52-539067936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7D0E2-4ED7-3AEE-1624-2AE799067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A3AD7-5F81-5574-9B6C-AAE25365D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F227B-22CC-43B6-BE43-2A3DFE0CC1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804A8-C4B9-5E87-C437-39CB1C438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DF8F0-4129-FFBC-8814-2D36F709B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1D908-73AC-4D1B-86CB-1F5F57F4B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57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08391-9D44-9E15-98C9-3503779C7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A943A-0180-0936-2A4F-F6069B473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BB833-3F8C-7CE3-76DE-DF7B07E1F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F227B-22CC-43B6-BE43-2A3DFE0CC1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D906A-D90D-4E1D-B7ED-9F69AF947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E7DF5-8326-B4E0-8D48-D1F5233E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1D908-73AC-4D1B-86CB-1F5F57F4B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6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B8771-2C14-5864-30FA-76FB28E91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7641C-5B9E-661E-3DC9-9B09978C0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A9F02-3F88-F9EB-57A2-C7B37A82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F227B-22CC-43B6-BE43-2A3DFE0CC1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86642-1C5F-E1B2-FB03-7FFBA879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BA9D2-DC08-A5DF-EDA5-F414FC1A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1D908-73AC-4D1B-86CB-1F5F57F4B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074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977B-6594-FC4D-CC2C-18E0B3B3B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823BB-D032-28BB-EDAA-57DE950ED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A04F1-B7BC-DA52-56BA-1501E0F6D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4B14A-62C9-04CA-C6CA-A3042C395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F227B-22CC-43B6-BE43-2A3DFE0CC1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EB236-BB29-D234-0FB1-01624B9FB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7EE60-9930-9A3C-48D5-15B6E53E8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1D908-73AC-4D1B-86CB-1F5F57F4B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545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34797-15E7-787B-DC78-0BE501CC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35133-810E-E407-2D56-52AB9CE77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8C280-88DD-F8C7-5EEA-AF788F5BF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318406-67CA-AA75-EE4A-ED9A7BDBD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2963D8-03E5-DBFE-44A1-EEB7A43277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79A306-E04A-282B-0EEB-A52F526B7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F227B-22CC-43B6-BE43-2A3DFE0CC1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DE04A2-5B80-0BF5-EA4B-E19BE1BEE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1BBDAB-676C-2299-243C-2D620940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1D908-73AC-4D1B-86CB-1F5F57F4B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86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D70D-D1C8-6B0E-1586-2CFEC378F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B0EC2-2F75-694B-01DA-B0EA72FA8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F227B-22CC-43B6-BE43-2A3DFE0CC1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0B4DC-2B3E-4ECA-3788-1C50C2B2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9CA0AA-DE90-6B00-F5EA-2E3087000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1D908-73AC-4D1B-86CB-1F5F57F4B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26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FE9E8F-048B-E27F-748C-4E0CA4EE7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F227B-22CC-43B6-BE43-2A3DFE0CC1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63581C-0F20-0A07-C26A-D355196EB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73DB4-C5AD-87A3-41DF-2EB0D065B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1D908-73AC-4D1B-86CB-1F5F57F4B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0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D495-2A49-C068-A3E8-75D2F81D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AA0ED-572D-2CEB-61AB-7E6439B71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359CD-BE3D-8816-ED4C-F9387CD9B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90F6F-0262-D847-283F-254EEDB83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F227B-22CC-43B6-BE43-2A3DFE0CC1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3C087-DAB0-4EF3-BE22-133A014C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CF09D-525B-5134-429B-6F7751E11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1D908-73AC-4D1B-86CB-1F5F57F4B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10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E35B6-75C9-47C6-EE66-000791A5A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BFCC43-B7D4-5BAD-812D-A1FD9F0B44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EA1AD-680C-A929-BE93-90B1ED7DF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448C5-EB39-4E25-3547-E439AFA8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F227B-22CC-43B6-BE43-2A3DFE0CC1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FCEBC-4A64-3F90-8826-5976F005B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595D7-9195-EC10-166B-FEA029667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1D908-73AC-4D1B-86CB-1F5F57F4B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56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5DF0E-6574-5D09-545B-1B2FE34F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765969-64D5-3B8B-0DE5-FEE89A549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D87B6-E7FE-5857-38E6-4D7214A91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F227B-22CC-43B6-BE43-2A3DFE0CC1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72240-272E-94D1-06F0-169E12D38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92BED-2ECF-C6A5-FCAB-9FEF556A7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1D908-73AC-4D1B-86CB-1F5F57F4B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509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080078-945D-24CD-A54D-B3AEA12FE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0B5202-689C-F191-B07C-8D989BF61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F38D0-72E8-E60B-4BD1-15C3B793E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F227B-22CC-43B6-BE43-2A3DFE0CC1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2BE6-2A14-D531-BE90-0815C812D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89FA-4950-7702-0395-FCA7559AB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1D908-73AC-4D1B-86CB-1F5F57F4B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986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F0C6CE-46D4-DEF8-AF20-405C34FB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E1374-BB35-42E3-C66C-775EB08F2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E9277-A234-EBDB-0642-DC46932BC1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F227B-22CC-43B6-BE43-2A3DFE0CC1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89E29-CF3A-CB7E-8C6E-E23A371CC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0486-D1F2-F735-584E-D5F6818CE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1D908-73AC-4D1B-86CB-1F5F57F4B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86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87103/window_frame_templat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publicdomainpictures.net/en/view-image.php?image=284619&amp;picture=red-button" TargetMode="Externa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A4E9FD-2321-4C5F-7670-1C808429E8CF}"/>
              </a:ext>
            </a:extLst>
          </p:cNvPr>
          <p:cNvSpPr/>
          <p:nvPr/>
        </p:nvSpPr>
        <p:spPr>
          <a:xfrm>
            <a:off x="569343" y="457199"/>
            <a:ext cx="6694098" cy="565030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/>
            <a:stretch>
              <a:fillRect l="-5771" t="-8199" r="-5955" b="-8199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133CB3-8428-5344-81C5-A88B36B389CC}"/>
              </a:ext>
            </a:extLst>
          </p:cNvPr>
          <p:cNvSpPr/>
          <p:nvPr/>
        </p:nvSpPr>
        <p:spPr>
          <a:xfrm>
            <a:off x="3045125" y="4010771"/>
            <a:ext cx="1742535" cy="75101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4A9403-8892-8CC4-3E56-5D7735810503}"/>
              </a:ext>
            </a:extLst>
          </p:cNvPr>
          <p:cNvSpPr/>
          <p:nvPr/>
        </p:nvSpPr>
        <p:spPr>
          <a:xfrm>
            <a:off x="1604514" y="2294626"/>
            <a:ext cx="4879675" cy="6211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64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B217 Student</dc:creator>
  <cp:lastModifiedBy>B217 Student</cp:lastModifiedBy>
  <cp:revision>2</cp:revision>
  <dcterms:created xsi:type="dcterms:W3CDTF">2026-10-01T21:04:08Z</dcterms:created>
  <dcterms:modified xsi:type="dcterms:W3CDTF">2026-10-01T22:09:47Z</dcterms:modified>
</cp:coreProperties>
</file>